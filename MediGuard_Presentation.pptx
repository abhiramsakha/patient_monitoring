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BD94B-C4FB-4E64-884C-0FFE8BFED115}" v="8" dt="2025-12-11T15:31:11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 MAHESWARA RAO SAKHA" userId="ecabb1313a928702" providerId="LiveId" clId="{57734C87-E803-44C6-8620-81CAAC166F94}"/>
    <pc:docChg chg="undo custSel addSld delSld modSld">
      <pc:chgData name="UMA MAHESWARA RAO SAKHA" userId="ecabb1313a928702" providerId="LiveId" clId="{57734C87-E803-44C6-8620-81CAAC166F94}" dt="2025-12-11T15:31:11.450" v="109"/>
      <pc:docMkLst>
        <pc:docMk/>
      </pc:docMkLst>
      <pc:sldChg chg="modSp mod">
        <pc:chgData name="UMA MAHESWARA RAO SAKHA" userId="ecabb1313a928702" providerId="LiveId" clId="{57734C87-E803-44C6-8620-81CAAC166F94}" dt="2025-12-11T15:30:51.083" v="105" actId="14100"/>
        <pc:sldMkLst>
          <pc:docMk/>
          <pc:sldMk cId="0" sldId="256"/>
        </pc:sldMkLst>
        <pc:spChg chg="mod">
          <ac:chgData name="UMA MAHESWARA RAO SAKHA" userId="ecabb1313a928702" providerId="LiveId" clId="{57734C87-E803-44C6-8620-81CAAC166F94}" dt="2025-12-11T15:30:51.083" v="10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UMA MAHESWARA RAO SAKHA" userId="ecabb1313a928702" providerId="LiveId" clId="{57734C87-E803-44C6-8620-81CAAC166F94}" dt="2025-12-11T15:28:27.354" v="8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del mod">
        <pc:chgData name="UMA MAHESWARA RAO SAKHA" userId="ecabb1313a928702" providerId="LiveId" clId="{57734C87-E803-44C6-8620-81CAAC166F94}" dt="2025-12-11T15:27:05.351" v="24" actId="47"/>
        <pc:sldMkLst>
          <pc:docMk/>
          <pc:sldMk cId="0" sldId="257"/>
        </pc:sldMkLst>
        <pc:spChg chg="mod">
          <ac:chgData name="UMA MAHESWARA RAO SAKHA" userId="ecabb1313a928702" providerId="LiveId" clId="{57734C87-E803-44C6-8620-81CAAC166F94}" dt="2025-12-11T15:26:45.558" v="16"/>
          <ac:spMkLst>
            <pc:docMk/>
            <pc:sldMk cId="0" sldId="257"/>
            <ac:spMk id="2" creationId="{00000000-0000-0000-0000-000000000000}"/>
          </ac:spMkLst>
        </pc:spChg>
        <pc:spChg chg="mod">
          <ac:chgData name="UMA MAHESWARA RAO SAKHA" userId="ecabb1313a928702" providerId="LiveId" clId="{57734C87-E803-44C6-8620-81CAAC166F94}" dt="2025-12-11T15:26:45.558" v="16"/>
          <ac:spMkLst>
            <pc:docMk/>
            <pc:sldMk cId="0" sldId="257"/>
            <ac:spMk id="3" creationId="{00000000-0000-0000-0000-000000000000}"/>
          </ac:spMkLst>
        </pc:spChg>
      </pc:sldChg>
      <pc:sldChg chg="modSp mod modAnim">
        <pc:chgData name="UMA MAHESWARA RAO SAKHA" userId="ecabb1313a928702" providerId="LiveId" clId="{57734C87-E803-44C6-8620-81CAAC166F94}" dt="2025-12-11T15:31:11.450" v="109"/>
        <pc:sldMkLst>
          <pc:docMk/>
          <pc:sldMk cId="0" sldId="258"/>
        </pc:sldMkLst>
        <pc:spChg chg="mod">
          <ac:chgData name="UMA MAHESWARA RAO SAKHA" userId="ecabb1313a928702" providerId="LiveId" clId="{57734C87-E803-44C6-8620-81CAAC166F94}" dt="2025-12-11T15:31:02.919" v="107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UMA MAHESWARA RAO SAKHA" userId="ecabb1313a928702" providerId="LiveId" clId="{57734C87-E803-44C6-8620-81CAAC166F94}" dt="2025-12-11T15:26:45.687" v="19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UMA MAHESWARA RAO SAKHA" userId="ecabb1313a928702" providerId="LiveId" clId="{57734C87-E803-44C6-8620-81CAAC166F94}" dt="2025-12-11T15:26:45.693" v="20" actId="27636"/>
        <pc:sldMkLst>
          <pc:docMk/>
          <pc:sldMk cId="0" sldId="259"/>
        </pc:sldMkLst>
        <pc:spChg chg="mod">
          <ac:chgData name="UMA MAHESWARA RAO SAKHA" userId="ecabb1313a928702" providerId="LiveId" clId="{57734C87-E803-44C6-8620-81CAAC166F94}" dt="2025-12-11T15:26:45.558" v="16"/>
          <ac:spMkLst>
            <pc:docMk/>
            <pc:sldMk cId="0" sldId="259"/>
            <ac:spMk id="2" creationId="{00000000-0000-0000-0000-000000000000}"/>
          </ac:spMkLst>
        </pc:spChg>
        <pc:spChg chg="mod">
          <ac:chgData name="UMA MAHESWARA RAO SAKHA" userId="ecabb1313a928702" providerId="LiveId" clId="{57734C87-E803-44C6-8620-81CAAC166F94}" dt="2025-12-11T15:26:45.693" v="20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UMA MAHESWARA RAO SAKHA" userId="ecabb1313a928702" providerId="LiveId" clId="{57734C87-E803-44C6-8620-81CAAC166F94}" dt="2025-12-11T15:26:45.697" v="21" actId="27636"/>
        <pc:sldMkLst>
          <pc:docMk/>
          <pc:sldMk cId="0" sldId="260"/>
        </pc:sldMkLst>
        <pc:spChg chg="mod">
          <ac:chgData name="UMA MAHESWARA RAO SAKHA" userId="ecabb1313a928702" providerId="LiveId" clId="{57734C87-E803-44C6-8620-81CAAC166F94}" dt="2025-12-11T15:26:45.558" v="16"/>
          <ac:spMkLst>
            <pc:docMk/>
            <pc:sldMk cId="0" sldId="260"/>
            <ac:spMk id="2" creationId="{00000000-0000-0000-0000-000000000000}"/>
          </ac:spMkLst>
        </pc:spChg>
        <pc:spChg chg="mod">
          <ac:chgData name="UMA MAHESWARA RAO SAKHA" userId="ecabb1313a928702" providerId="LiveId" clId="{57734C87-E803-44C6-8620-81CAAC166F94}" dt="2025-12-11T15:26:45.697" v="21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UMA MAHESWARA RAO SAKHA" userId="ecabb1313a928702" providerId="LiveId" clId="{57734C87-E803-44C6-8620-81CAAC166F94}" dt="2025-12-11T15:26:45.703" v="22" actId="27636"/>
        <pc:sldMkLst>
          <pc:docMk/>
          <pc:sldMk cId="0" sldId="261"/>
        </pc:sldMkLst>
        <pc:spChg chg="mod">
          <ac:chgData name="UMA MAHESWARA RAO SAKHA" userId="ecabb1313a928702" providerId="LiveId" clId="{57734C87-E803-44C6-8620-81CAAC166F94}" dt="2025-12-11T15:26:45.558" v="16"/>
          <ac:spMkLst>
            <pc:docMk/>
            <pc:sldMk cId="0" sldId="261"/>
            <ac:spMk id="2" creationId="{00000000-0000-0000-0000-000000000000}"/>
          </ac:spMkLst>
        </pc:spChg>
        <pc:spChg chg="mod">
          <ac:chgData name="UMA MAHESWARA RAO SAKHA" userId="ecabb1313a928702" providerId="LiveId" clId="{57734C87-E803-44C6-8620-81CAAC166F94}" dt="2025-12-11T15:26:45.703" v="22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UMA MAHESWARA RAO SAKHA" userId="ecabb1313a928702" providerId="LiveId" clId="{57734C87-E803-44C6-8620-81CAAC166F94}" dt="2025-12-11T15:26:45.707" v="23" actId="27636"/>
        <pc:sldMkLst>
          <pc:docMk/>
          <pc:sldMk cId="0" sldId="262"/>
        </pc:sldMkLst>
        <pc:spChg chg="mod">
          <ac:chgData name="UMA MAHESWARA RAO SAKHA" userId="ecabb1313a928702" providerId="LiveId" clId="{57734C87-E803-44C6-8620-81CAAC166F94}" dt="2025-12-11T15:26:45.558" v="16"/>
          <ac:spMkLst>
            <pc:docMk/>
            <pc:sldMk cId="0" sldId="262"/>
            <ac:spMk id="2" creationId="{00000000-0000-0000-0000-000000000000}"/>
          </ac:spMkLst>
        </pc:spChg>
        <pc:spChg chg="mod">
          <ac:chgData name="UMA MAHESWARA RAO SAKHA" userId="ecabb1313a928702" providerId="LiveId" clId="{57734C87-E803-44C6-8620-81CAAC166F94}" dt="2025-12-11T15:26:45.707" v="23" actId="27636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new mod">
        <pc:chgData name="UMA MAHESWARA RAO SAKHA" userId="ecabb1313a928702" providerId="LiveId" clId="{57734C87-E803-44C6-8620-81CAAC166F94}" dt="2025-12-11T15:30:37.251" v="104" actId="1076"/>
        <pc:sldMkLst>
          <pc:docMk/>
          <pc:sldMk cId="2849493889" sldId="263"/>
        </pc:sldMkLst>
        <pc:spChg chg="del">
          <ac:chgData name="UMA MAHESWARA RAO SAKHA" userId="ecabb1313a928702" providerId="LiveId" clId="{57734C87-E803-44C6-8620-81CAAC166F94}" dt="2025-12-11T15:30:35.043" v="103" actId="21"/>
          <ac:spMkLst>
            <pc:docMk/>
            <pc:sldMk cId="2849493889" sldId="263"/>
            <ac:spMk id="2" creationId="{9A32F251-5756-8DA1-0D1B-2B4C331D07FF}"/>
          </ac:spMkLst>
        </pc:spChg>
        <pc:spChg chg="del mod">
          <ac:chgData name="UMA MAHESWARA RAO SAKHA" userId="ecabb1313a928702" providerId="LiveId" clId="{57734C87-E803-44C6-8620-81CAAC166F94}" dt="2025-12-11T15:30:24.733" v="100" actId="931"/>
          <ac:spMkLst>
            <pc:docMk/>
            <pc:sldMk cId="2849493889" sldId="263"/>
            <ac:spMk id="3" creationId="{F23D2C90-D0CE-E195-72C6-48BD62342332}"/>
          </ac:spMkLst>
        </pc:spChg>
        <pc:picChg chg="add mod">
          <ac:chgData name="UMA MAHESWARA RAO SAKHA" userId="ecabb1313a928702" providerId="LiveId" clId="{57734C87-E803-44C6-8620-81CAAC166F94}" dt="2025-12-11T15:30:37.251" v="104" actId="1076"/>
          <ac:picMkLst>
            <pc:docMk/>
            <pc:sldMk cId="2849493889" sldId="263"/>
            <ac:picMk id="5" creationId="{ADFF3E4F-B3B9-258F-EE5D-3F688378B24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3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2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6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6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0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271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16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598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93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71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6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5015583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0814" y="806245"/>
            <a:ext cx="6832054" cy="3971137"/>
          </a:xfrm>
        </p:spPr>
        <p:txBody>
          <a:bodyPr>
            <a:normAutofit fontScale="90000"/>
          </a:bodyPr>
          <a:lstStyle/>
          <a:p>
            <a:r>
              <a:rPr lang="en-IN" dirty="0"/>
              <a:t>Medi Guard</a:t>
            </a:r>
            <a:r>
              <a:rPr dirty="0"/>
              <a:t> ICU: PRO Edition</a:t>
            </a:r>
          </a:p>
          <a:p>
            <a:r>
              <a:rPr dirty="0"/>
              <a:t>Mind &amp; Body Intelligent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600" dirty="0"/>
              <a:t>A Zero-Lag, Privacy-Preserving AI Guardian</a:t>
            </a:r>
          </a:p>
          <a:p>
            <a:endParaRPr sz="1600" dirty="0"/>
          </a:p>
          <a:p>
            <a:r>
              <a:rPr sz="1600" dirty="0"/>
              <a:t>Presented By: </a:t>
            </a:r>
            <a:br>
              <a:rPr lang="en-IN" sz="1600" dirty="0"/>
            </a:br>
            <a:r>
              <a:rPr lang="en-IN" sz="1600" dirty="0"/>
              <a:t>S. Abhiram</a:t>
            </a:r>
            <a:br>
              <a:rPr lang="en-IN" sz="1600" dirty="0"/>
            </a:br>
            <a:r>
              <a:rPr lang="en-IN" sz="1600" dirty="0"/>
              <a:t>Ch. D.S. Surya Sankar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Solution: Medi</a:t>
            </a:r>
            <a:r>
              <a:rPr lang="en-IN" dirty="0"/>
              <a:t> </a:t>
            </a:r>
            <a:r>
              <a:rPr dirty="0"/>
              <a:t>Guard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/>
            </a:pPr>
            <a:r>
              <a:rPr dirty="0"/>
              <a:t>✅ Holistic Monitoring: Tracks both Physical Posture and Mental State.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✅ Zero-Lag Analysis: Uses Multi-Threaded Architecture for instant detection.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✅ Smart Posture: Detects Standing/Sitting without seeing legs (Upper Body Logic).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✅ Privacy-First: All AI runs locally (Edge Computing). No cloud uploads.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1: Advanced Mind Vitals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1400"/>
              </a:spcAft>
              <a:defRPr sz="2200"/>
            </a:pPr>
            <a:r>
              <a:t>🧠 Cognitive Thinking: Detects focus vs. confusion using micro-expressions.</a:t>
            </a:r>
          </a:p>
          <a:p>
            <a:pPr>
              <a:spcAft>
                <a:spcPts val="1400"/>
              </a:spcAft>
              <a:defRPr sz="2200"/>
            </a:pPr>
            <a:r>
              <a:t>🎉 Celebration Index: Identifies positive recovery signs (Joy + Movement).</a:t>
            </a:r>
          </a:p>
          <a:p>
            <a:pPr>
              <a:spcAft>
                <a:spcPts val="1400"/>
              </a:spcAft>
              <a:defRPr sz="2200"/>
            </a:pPr>
            <a:r>
              <a:t>😭 Pain/Cry Detection: Instant alert for silent crying or facial distress.</a:t>
            </a:r>
          </a:p>
          <a:p>
            <a:pPr>
              <a:spcAft>
                <a:spcPts val="1400"/>
              </a:spcAft>
              <a:defRPr sz="2200"/>
            </a:pPr>
            <a:r>
              <a:t>📊 Perfect Data Logic: State Enforcement ensures metrics match dominant emotion.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2: 'Leg-Free' Posture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pPr>
              <a:spcAft>
                <a:spcPts val="1400"/>
              </a:spcAft>
              <a:defRPr sz="2200"/>
            </a:pPr>
            <a:r>
              <a:t>The Challenge: Webcams often cut off legs/hips at a desk or bed.</a:t>
            </a:r>
          </a:p>
          <a:p>
            <a:pPr>
              <a:spcAft>
                <a:spcPts val="1400"/>
              </a:spcAft>
              <a:defRPr sz="2200"/>
            </a:pPr>
            <a:r>
              <a:t>Our Innovation: Uses Upper-Body Geometry (Shoulder Width + Head Position).</a:t>
            </a:r>
          </a:p>
          <a:p>
            <a:pPr>
              <a:spcAft>
                <a:spcPts val="1400"/>
              </a:spcAft>
              <a:defRPr sz="2200"/>
            </a:pPr>
            <a:r>
              <a:t>Capabilities:</a:t>
            </a:r>
          </a:p>
          <a:p>
            <a:pPr>
              <a:spcAft>
                <a:spcPts val="1400"/>
              </a:spcAft>
              <a:defRPr sz="2200"/>
            </a:pPr>
            <a:r>
              <a:t>   - Detects STANDING vs. SITTING without seeing knees.</a:t>
            </a:r>
          </a:p>
          <a:p>
            <a:pPr>
              <a:spcAft>
                <a:spcPts val="1400"/>
              </a:spcAft>
              <a:defRPr sz="2200"/>
            </a:pPr>
            <a:r>
              <a:t>   - Detects LYING DOWN using shoulder angle checks.</a:t>
            </a:r>
          </a:p>
          <a:p>
            <a:pPr>
              <a:spcAft>
                <a:spcPts val="1400"/>
              </a:spcAft>
              <a:defRPr sz="2200"/>
            </a:pPr>
            <a:r>
              <a:t>   - Smart Sleep Logic: Lying Down + Low Agitation = SLEEPING.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Stack: Zero-Lag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spcAft>
                <a:spcPts val="1400"/>
              </a:spcAft>
              <a:defRPr sz="2200"/>
            </a:pPr>
            <a:r>
              <a:t>🐍 Backend: Python + Flask (Multi-Threaded Video Capture).</a:t>
            </a:r>
          </a:p>
          <a:p>
            <a:pPr>
              <a:spcAft>
                <a:spcPts val="1400"/>
              </a:spcAft>
              <a:defRPr sz="2200"/>
            </a:pPr>
            <a:r>
              <a:t>👁️ Computer Vision: OpenCV (DirectShow) + MediaPipe (Pose).</a:t>
            </a:r>
          </a:p>
          <a:p>
            <a:pPr>
              <a:spcAft>
                <a:spcPts val="1400"/>
              </a:spcAft>
              <a:defRPr sz="2200"/>
            </a:pPr>
            <a:r>
              <a:t>🤖 Deep Learning: DeepFace (Emotion Analysis).</a:t>
            </a:r>
          </a:p>
          <a:p>
            <a:pPr>
              <a:spcAft>
                <a:spcPts val="1400"/>
              </a:spcAft>
              <a:defRPr sz="2200"/>
            </a:pPr>
            <a:r>
              <a:t>⚡ Frontend: HTML5 + Tailwind CSS (50ms Refresh Rate).</a:t>
            </a:r>
          </a:p>
          <a:p>
            <a:pPr>
              <a:spcAft>
                <a:spcPts val="1400"/>
              </a:spcAft>
              <a:defRPr sz="2200"/>
            </a:pPr>
            <a:r>
              <a:t>💾 Data: Local CSV Logging (Tamper-proof history).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1400"/>
              </a:spcAft>
              <a:defRPr sz="2200"/>
            </a:pPr>
            <a:r>
              <a:t>🚑 Faster Response: Nurses are paged instantly for Distress or Falls.</a:t>
            </a:r>
          </a:p>
          <a:p>
            <a:pPr>
              <a:spcAft>
                <a:spcPts val="1400"/>
              </a:spcAft>
              <a:defRPr sz="2200"/>
            </a:pPr>
            <a:r>
              <a:t>📉 Reduced Burnout: AI filters out false alarms (e.g., Sleeping vs Falling).</a:t>
            </a:r>
          </a:p>
          <a:p>
            <a:pPr>
              <a:spcAft>
                <a:spcPts val="1400"/>
              </a:spcAft>
              <a:defRPr sz="2200"/>
            </a:pPr>
            <a:r>
              <a:t>🔮 Future Scope: Integration with IoT Heart Rate sensors.</a:t>
            </a:r>
          </a:p>
          <a:p>
            <a:pPr>
              <a:spcAft>
                <a:spcPts val="1400"/>
              </a:spcAft>
              <a:defRPr sz="2200"/>
            </a:pPr>
            <a:r>
              <a:t>Final Thought: MediGuard is not just a camera; it is an empathetic digital guardian.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FF3E4F-B3B9-258F-EE5D-3F688378B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86340" y="1174955"/>
            <a:ext cx="6126159" cy="4083050"/>
          </a:xfrm>
        </p:spPr>
      </p:pic>
    </p:spTree>
    <p:extLst>
      <p:ext uri="{BB962C8B-B14F-4D97-AF65-F5344CB8AC3E}">
        <p14:creationId xmlns:p14="http://schemas.microsoft.com/office/powerpoint/2010/main" val="28494938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</TotalTime>
  <Words>347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Medi Guard ICU: PRO Edition Mind &amp; Body Intelligent Monitoring</vt:lpstr>
      <vt:lpstr>The Solution: Medi Guard Body</vt:lpstr>
      <vt:lpstr>Feature 1: Advanced Mind Vitals</vt:lpstr>
      <vt:lpstr>Feature 2: 'Leg-Free' Posture Analysis</vt:lpstr>
      <vt:lpstr>Tech Stack: Zero-Lag Performance</vt:lpstr>
      <vt:lpstr>Conclusion &amp; Impact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UMA MAHESWARA RAO SAKHA</cp:lastModifiedBy>
  <cp:revision>1</cp:revision>
  <dcterms:created xsi:type="dcterms:W3CDTF">2013-01-27T09:14:16Z</dcterms:created>
  <dcterms:modified xsi:type="dcterms:W3CDTF">2025-12-11T15:31:20Z</dcterms:modified>
  <cp:category/>
</cp:coreProperties>
</file>